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57" d="100"/>
          <a:sy n="57" d="100"/>
        </p:scale>
        <p:origin x="69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</a:t>
            </a:r>
            <a:r>
              <a:rPr lang="en-US" dirty="0" smtClean="0"/>
              <a:t>events are </a:t>
            </a:r>
            <a:r>
              <a:rPr lang="en-US" dirty="0"/>
              <a:t>actions or occurrences that happen in a web browser, typically in response to user interactions or system-generated actions. They enable dynamic and interactive web pages by allowing specific code to be executed when an event occurs.</a:t>
            </a:r>
          </a:p>
        </p:txBody>
      </p:sp>
    </p:spTree>
    <p:extLst>
      <p:ext uri="{BB962C8B-B14F-4D97-AF65-F5344CB8AC3E}">
        <p14:creationId xmlns:p14="http://schemas.microsoft.com/office/powerpoint/2010/main" val="38481331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43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</vt:lpstr>
      <vt:lpstr>events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events</dc:title>
  <dc:creator>sama</dc:creator>
  <cp:lastModifiedBy>sama</cp:lastModifiedBy>
  <cp:revision>1</cp:revision>
  <dcterms:created xsi:type="dcterms:W3CDTF">2025-11-16T22:20:13Z</dcterms:created>
  <dcterms:modified xsi:type="dcterms:W3CDTF">2025-11-16T22:21:16Z</dcterms:modified>
</cp:coreProperties>
</file>