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57" d="100"/>
          <a:sy n="57" d="100"/>
        </p:scale>
        <p:origin x="69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this keyword in JavaScript refers to the context in which a function is executed. Its value is dynamic and depends on how the function is called, </a:t>
            </a:r>
            <a:r>
              <a:rPr lang="en-US" dirty="0" smtClean="0"/>
              <a:t>rather </a:t>
            </a:r>
            <a:r>
              <a:rPr lang="en-US" dirty="0"/>
              <a:t>than where it </a:t>
            </a:r>
            <a:r>
              <a:rPr lang="en-US" dirty="0" smtClean="0"/>
              <a:t>is </a:t>
            </a:r>
            <a:r>
              <a:rPr lang="en-US" dirty="0"/>
              <a:t>defined</a:t>
            </a:r>
            <a:r>
              <a:rPr lang="en-US" dirty="0" smtClean="0"/>
              <a:t>.</a:t>
            </a:r>
          </a:p>
          <a:p>
            <a:pPr lvl="0"/>
            <a:r>
              <a:rPr lang="en-US" altLang="en-US" dirty="0">
                <a:latin typeface="Consolas" panose="020B0609020204030204" pitchFamily="49" charset="0"/>
              </a:rPr>
              <a:t>this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 is not a variable</a:t>
            </a:r>
            <a:r>
              <a:rPr lang="en-US" altLang="en-US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r>
              <a:rPr lang="en-US" altLang="en-US" sz="1100" dirty="0"/>
              <a:t> 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lvl="0"/>
            <a:r>
              <a:rPr lang="en-US" altLang="en-US" dirty="0">
                <a:latin typeface="Consolas" panose="020B0609020204030204" pitchFamily="49" charset="0"/>
              </a:rPr>
              <a:t>this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 is a keyword.</a:t>
            </a:r>
            <a:r>
              <a:rPr lang="en-US" altLang="en-US" sz="1100" dirty="0"/>
              <a:t> </a:t>
            </a:r>
            <a:endParaRPr lang="en-US" altLang="en-US" sz="3200" dirty="0">
              <a:latin typeface="Arial" panose="020B0604020202020204" pitchFamily="34" charset="0"/>
            </a:endParaRPr>
          </a:p>
          <a:p>
            <a:pPr lvl="0"/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You cannot change the value of </a:t>
            </a:r>
            <a:r>
              <a:rPr lang="en-US" altLang="en-US" dirty="0">
                <a:latin typeface="Consolas" panose="020B0609020204030204" pitchFamily="49" charset="0"/>
                <a:cs typeface="Segoe UI" panose="020B0502040204020203" pitchFamily="34" charset="0"/>
              </a:rPr>
              <a:t>this</a:t>
            </a:r>
            <a:r>
              <a:rPr lang="en-US" altLang="en-US" dirty="0"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en-US" altLang="en-US" sz="1100" dirty="0"/>
          </a:p>
          <a:p>
            <a:endParaRPr lang="en-US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-202238"/>
            <a:ext cx="0" cy="861677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203136" tIns="152352" rIns="-203136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2356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</TotalTime>
  <Words>39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Century Gothic</vt:lpstr>
      <vt:lpstr>Consolas</vt:lpstr>
      <vt:lpstr>Segoe UI</vt:lpstr>
      <vt:lpstr>Wingdings 3</vt:lpstr>
      <vt:lpstr>Ion</vt:lpstr>
      <vt:lpstr>this keyword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keyword</dc:title>
  <dc:creator>sama</dc:creator>
  <cp:lastModifiedBy>sama</cp:lastModifiedBy>
  <cp:revision>1</cp:revision>
  <dcterms:created xsi:type="dcterms:W3CDTF">2025-11-16T22:08:29Z</dcterms:created>
  <dcterms:modified xsi:type="dcterms:W3CDTF">2025-11-16T22:11:45Z</dcterms:modified>
</cp:coreProperties>
</file>