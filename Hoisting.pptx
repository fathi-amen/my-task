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57" d="100"/>
          <a:sy n="57" d="100"/>
        </p:scale>
        <p:origin x="69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384547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3889708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1418193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86C1253-77EB-489D-84D8-CC9131AACA75}"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1767419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86C1253-77EB-489D-84D8-CC9131AACA75}"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4126342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115106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776165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381569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6C1253-77EB-489D-84D8-CC9131AACA75}"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3182697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6C1253-77EB-489D-84D8-CC9131AACA75}"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150175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229447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01577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3814533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374780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1500352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41184786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86C1253-77EB-489D-84D8-CC9131AACA75}"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9DA36-C015-454B-A126-EA517B54A513}" type="slidenum">
              <a:rPr lang="en-US" smtClean="0"/>
              <a:t>‹#›</a:t>
            </a:fld>
            <a:endParaRPr lang="en-US"/>
          </a:p>
        </p:txBody>
      </p:sp>
    </p:spTree>
    <p:extLst>
      <p:ext uri="{BB962C8B-B14F-4D97-AF65-F5344CB8AC3E}">
        <p14:creationId xmlns:p14="http://schemas.microsoft.com/office/powerpoint/2010/main" val="2733438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86C1253-77EB-489D-84D8-CC9131AACA75}" type="datetimeFigureOut">
              <a:rPr lang="en-US" smtClean="0"/>
              <a:t>11/17/2025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819DA36-C015-454B-A126-EA517B54A513}" type="slidenum">
              <a:rPr lang="en-US" smtClean="0"/>
              <a:t>‹#›</a:t>
            </a:fld>
            <a:endParaRPr lang="en-US"/>
          </a:p>
        </p:txBody>
      </p:sp>
    </p:spTree>
    <p:extLst>
      <p:ext uri="{BB962C8B-B14F-4D97-AF65-F5344CB8AC3E}">
        <p14:creationId xmlns:p14="http://schemas.microsoft.com/office/powerpoint/2010/main" val="28998541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Hoisting</a:t>
            </a:r>
          </a:p>
        </p:txBody>
      </p:sp>
      <p:sp>
        <p:nvSpPr>
          <p:cNvPr id="3" name="Content Placeholder 2"/>
          <p:cNvSpPr>
            <a:spLocks noGrp="1"/>
          </p:cNvSpPr>
          <p:nvPr>
            <p:ph idx="1"/>
          </p:nvPr>
        </p:nvSpPr>
        <p:spPr/>
        <p:txBody>
          <a:bodyPr/>
          <a:lstStyle/>
          <a:p>
            <a:r>
              <a:rPr lang="en-US" dirty="0"/>
              <a:t>Hoisting in JavaScript is a mechanism where variable and function declarations are conceptually "moved" to the top of their containing scope during the compilation phase, before the code is executed. This means that you can use variables and call functions before they are actually declared in your code. </a:t>
            </a:r>
          </a:p>
          <a:p>
            <a:r>
              <a:rPr lang="en-US" dirty="0"/>
              <a:t>What is affected by the lifting </a:t>
            </a:r>
            <a:r>
              <a:rPr lang="en-US" dirty="0" smtClean="0"/>
              <a:t>process</a:t>
            </a:r>
            <a:r>
              <a:rPr lang="en-US" sz="1800" dirty="0"/>
              <a:t>?</a:t>
            </a:r>
            <a:endParaRPr lang="ar-EG" sz="1800" dirty="0" smtClean="0"/>
          </a:p>
          <a:p>
            <a:r>
              <a:rPr lang="en-US" dirty="0" smtClean="0"/>
              <a:t>1- </a:t>
            </a:r>
            <a:r>
              <a:rPr lang="en-US" dirty="0"/>
              <a:t>Defining variables using </a:t>
            </a:r>
            <a:r>
              <a:rPr lang="en-US" b="1" i="1" u="sng" dirty="0" err="1" smtClean="0"/>
              <a:t>var</a:t>
            </a:r>
            <a:endParaRPr lang="ar-EG" b="1" i="1" u="sng" dirty="0" smtClean="0"/>
          </a:p>
          <a:p>
            <a:r>
              <a:rPr lang="en-US" dirty="0" smtClean="0"/>
              <a:t>2- </a:t>
            </a:r>
            <a:r>
              <a:rPr lang="en-US" dirty="0"/>
              <a:t>Using a </a:t>
            </a:r>
            <a:r>
              <a:rPr lang="en-US" b="1" i="1" u="sng" dirty="0"/>
              <a:t>function</a:t>
            </a:r>
            <a:r>
              <a:rPr lang="en-US" dirty="0"/>
              <a:t> to define a function</a:t>
            </a:r>
          </a:p>
        </p:txBody>
      </p:sp>
    </p:spTree>
    <p:extLst>
      <p:ext uri="{BB962C8B-B14F-4D97-AF65-F5344CB8AC3E}">
        <p14:creationId xmlns:p14="http://schemas.microsoft.com/office/powerpoint/2010/main" val="38127578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TotalTime>
  <Words>75</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Century Gothic</vt:lpstr>
      <vt:lpstr>Times New Roman</vt:lpstr>
      <vt:lpstr>Wingdings 3</vt:lpstr>
      <vt:lpstr>Ion</vt:lpstr>
      <vt:lpstr>Hoisting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sama</cp:lastModifiedBy>
  <cp:revision>3</cp:revision>
  <dcterms:created xsi:type="dcterms:W3CDTF">2025-11-16T22:13:29Z</dcterms:created>
  <dcterms:modified xsi:type="dcterms:W3CDTF">2025-11-16T22:24:59Z</dcterms:modified>
</cp:coreProperties>
</file>