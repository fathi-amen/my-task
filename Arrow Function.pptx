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57" d="100"/>
          <a:sy n="57" d="100"/>
        </p:scale>
        <p:origin x="69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3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8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1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5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2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9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16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21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4792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83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78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91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4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11DD61F-2A1B-48A9-8ECB-F5C1AFB8E09B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61CCF-834D-41C9-9445-026CA6297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36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arrow function is a nameless function that looks like this </a:t>
            </a:r>
            <a:r>
              <a:rPr lang="en-US" sz="3200" u="sng" dirty="0" smtClean="0"/>
              <a:t>((parameters)=&gt;{})</a:t>
            </a:r>
            <a:r>
              <a:rPr lang="en-US" sz="3200" dirty="0" smtClean="0"/>
              <a:t> </a:t>
            </a:r>
            <a:r>
              <a:rPr lang="en-US" sz="3200" dirty="0"/>
              <a:t>and is used for simplicity, especially when using high order function .</a:t>
            </a:r>
          </a:p>
          <a:p>
            <a:r>
              <a:rPr lang="en-US" sz="3200" dirty="0"/>
              <a:t>Ex</a:t>
            </a:r>
            <a:r>
              <a:rPr lang="en-US" sz="3200" dirty="0" smtClean="0"/>
              <a:t>:</a:t>
            </a:r>
          </a:p>
          <a:p>
            <a:r>
              <a:rPr lang="en-US" sz="3200" dirty="0" err="1" smtClean="0"/>
              <a:t>foreach,map,reduce,ect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074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32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Arrow Function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Arrow Function</dc:title>
  <dc:creator>sama</dc:creator>
  <cp:lastModifiedBy>sama</cp:lastModifiedBy>
  <cp:revision>1</cp:revision>
  <dcterms:created xsi:type="dcterms:W3CDTF">2025-11-16T21:58:07Z</dcterms:created>
  <dcterms:modified xsi:type="dcterms:W3CDTF">2025-11-16T22:04:53Z</dcterms:modified>
</cp:coreProperties>
</file>